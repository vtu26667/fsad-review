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Cambria" pitchFamily="18" charset="0"/>
      <p:regular r:id="rId20"/>
      <p:bold r:id="rId21"/>
      <p:italic r:id="rId22"/>
      <p:boldItalic r:id="rId23"/>
    </p:embeddedFont>
    <p:embeddedFont>
      <p:font typeface="Bookman Old Style" pitchFamily="18" charset="0"/>
      <p:regular r:id="rId24"/>
      <p:bold r:id="rId25"/>
      <p:italic r:id="rId26"/>
      <p:boldItalic r:id="rId27"/>
    </p:embeddedFont>
    <p:embeddedFont>
      <p:font typeface="Gotham" charset="0"/>
      <p:regular r:id="rId28"/>
    </p:embeddedFont>
    <p:embeddedFont>
      <p:font typeface="Gotham Bold Italics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-77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</a:t>
            </a:r>
            <a:r>
              <a:rPr lang="en-IN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IN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22-04-2026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FFE0DA2-4723-7C13-5FD7-FC99B0394DDD}"/>
              </a:ext>
            </a:extLst>
          </p:cNvPr>
          <p:cNvSpPr txBox="1"/>
          <p:nvPr/>
        </p:nvSpPr>
        <p:spPr>
          <a:xfrm>
            <a:off x="5427770" y="5754629"/>
            <a:ext cx="80683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A8EEF4A-EB43-B7D9-87FC-7C7D752BCA78}"/>
              </a:ext>
            </a:extLst>
          </p:cNvPr>
          <p:cNvSpPr txBox="1"/>
          <p:nvPr/>
        </p:nvSpPr>
        <p:spPr>
          <a:xfrm>
            <a:off x="893870" y="7785248"/>
            <a:ext cx="906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K. </a:t>
            </a:r>
            <a:r>
              <a:rPr lang="en-US" sz="3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Lohith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VTU26667– Reg.No.23UECS0303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37E9E58-77B6-079D-9D0D-E380CADAD23D}"/>
              </a:ext>
            </a:extLst>
          </p:cNvPr>
          <p:cNvSpPr txBox="1"/>
          <p:nvPr/>
        </p:nvSpPr>
        <p:spPr>
          <a:xfrm>
            <a:off x="2121134" y="2571499"/>
            <a:ext cx="1513816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modern campuses, managing events efficiently is a major challenge.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miss important updates due to scattered communication.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centralized platform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all campus events.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explore, register, and track events easily.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and organizers can manage events with automation and real-time updates.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communication and engagement across the campus.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all event-related information is accessible anytime.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makes campus event handling more efficient and organized.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BDE2941C-1504-53F9-99B2-48002CA9A345}"/>
              </a:ext>
            </a:extLst>
          </p:cNvPr>
          <p:cNvSpPr txBox="1"/>
          <p:nvPr/>
        </p:nvSpPr>
        <p:spPr>
          <a:xfrm>
            <a:off x="2176975" y="3078502"/>
            <a:ext cx="150823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information in campuses is often unorganized and delayed.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depend on notice boards, WhatsApp groups, or emails.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platform for event registration and tracking.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causes confusion and missed opportunities.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face difficulty in managing participants and updates.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updates reduces participation.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digital system is needed to solve these issues efficiently</a:t>
            </a:r>
            <a:r>
              <a:rPr lang="en-US" sz="40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xmlns="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056A0A3A-1541-5EC0-5370-02DA282ABDDE}"/>
              </a:ext>
            </a:extLst>
          </p:cNvPr>
          <p:cNvSpPr txBox="1"/>
          <p:nvPr/>
        </p:nvSpPr>
        <p:spPr>
          <a:xfrm>
            <a:off x="2403275" y="3348049"/>
            <a:ext cx="1508232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web-based campus event management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updates and notifications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event registration and participation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communication between students and organizers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user-friendly and responsive interface 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xmlns="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E8F19716-1653-9AE0-442E-B3829A585B46}"/>
              </a:ext>
            </a:extLst>
          </p:cNvPr>
          <p:cNvSpPr txBox="1"/>
          <p:nvPr/>
        </p:nvSpPr>
        <p:spPr>
          <a:xfrm>
            <a:off x="2254166" y="1741462"/>
            <a:ext cx="15082325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web-based application to manage all campus events efficiently in one platform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Spring Boot architecture to ensure scalability, performance, and maintainability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 with role-based access for Admin and Student users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event management including creation, updates, and real-time event display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add, edit, and delete events while students can view and register for events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securely stores event and registration data with proper backend processing 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xmlns="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consisting of Presentation Layer, Application Layer, and Database Layer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smooth communication between user interface, backend logic, and data storage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user interface for Admin and Students using HTML, CSS, and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event details, registration forms, and dashboards dynamically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Spring Boot to handle business logic and request processing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Controllers and Services to manage event operations and user interactions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authentication and authorization using Spring Security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login with role-based access control (Admin &amp; Student)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MySQL / H2 database to store event, user, and registration data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xmlns="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0859FF0-0CBB-7B1D-8781-0A50247B7C63}"/>
              </a:ext>
            </a:extLst>
          </p:cNvPr>
          <p:cNvSpPr txBox="1"/>
          <p:nvPr/>
        </p:nvSpPr>
        <p:spPr>
          <a:xfrm>
            <a:off x="2590800" y="2327344"/>
            <a:ext cx="14020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accesses the system through a web browser and logs in using valid credentials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authenticates the user and grants access based on role (Admin or Student)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creates, updates, or deletes event details through the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data is stored and managed in the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browse available events and view detailed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register for selected events through the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requests and displays updated event and registration information in real time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xmlns="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26E9F5F9-CCF8-6F05-4C01-034C88D7529E}"/>
              </a:ext>
            </a:extLst>
          </p:cNvPr>
          <p:cNvSpPr txBox="1"/>
          <p:nvPr/>
        </p:nvSpPr>
        <p:spPr>
          <a:xfrm>
            <a:off x="2176975" y="15621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design the structure of web pages such as login, dashboard, and event pages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styling, layout design, and improving user interface appearance </a:t>
            </a: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Template engine used to dynamically render data from backend to frontend</a:t>
            </a: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 framework used to build the application and handle backend development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MVC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handling HTTP requests and controlling application flow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authentication and authorization for secure login system </a:t>
            </a: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/ H2 Database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store user data, event details, and registration information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JPA (Java Persistence API)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database operations and object-relational mapping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Development Environment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dependency management and project build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/ Eclipse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IDEs used for coding and development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testing APIs and backend services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run and test the application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304C197-EAC7-7A26-FAED-ED7302DBEC6E}"/>
              </a:ext>
            </a:extLst>
          </p:cNvPr>
          <p:cNvSpPr txBox="1"/>
          <p:nvPr/>
        </p:nvSpPr>
        <p:spPr>
          <a:xfrm>
            <a:off x="2203101" y="1265170"/>
            <a:ext cx="15082325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User Authentication Module</a:t>
            </a:r>
          </a:p>
          <a:p>
            <a:r>
              <a:rPr lang="en-US" sz="2400" dirty="0"/>
              <a:t>Provides secure login functionality for both Admin and Student users </a:t>
            </a:r>
          </a:p>
          <a:p>
            <a:r>
              <a:rPr lang="en-US" sz="2400" dirty="0"/>
              <a:t>Implements role-based access control using Spring Security </a:t>
            </a:r>
          </a:p>
          <a:p>
            <a:r>
              <a:rPr lang="en-US" sz="2400" dirty="0"/>
              <a:t>Validates user credentials and prevents unauthorized access </a:t>
            </a:r>
          </a:p>
          <a:p>
            <a:r>
              <a:rPr lang="en-US" sz="2400" dirty="0"/>
              <a:t>Ensures secure session handling and authentication process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/>
              <a:t>Event Management Module</a:t>
            </a:r>
          </a:p>
          <a:p>
            <a:r>
              <a:rPr lang="en-US" sz="2400" dirty="0"/>
              <a:t>Allows Admin to create new events with complete details (title, date, description) </a:t>
            </a:r>
          </a:p>
          <a:p>
            <a:r>
              <a:rPr lang="en-US" sz="2400" dirty="0"/>
              <a:t>Enables updating and modifying existing event information </a:t>
            </a:r>
          </a:p>
          <a:p>
            <a:r>
              <a:rPr lang="en-US" sz="2400" dirty="0"/>
              <a:t>Supports deletion of events that are canceled or outdated </a:t>
            </a:r>
          </a:p>
          <a:p>
            <a:r>
              <a:rPr lang="en-US" sz="2400" dirty="0"/>
              <a:t>Maintains all event data in the database for easy access and management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/>
              <a:t>Event Registration Module</a:t>
            </a:r>
          </a:p>
          <a:p>
            <a:r>
              <a:rPr lang="en-US" sz="2400" dirty="0"/>
              <a:t>Allows students to register for available events through a simple interface </a:t>
            </a:r>
          </a:p>
          <a:p>
            <a:r>
              <a:rPr lang="en-US" sz="2400" dirty="0"/>
              <a:t>Stores participant details securely in the database </a:t>
            </a:r>
          </a:p>
          <a:p>
            <a:r>
              <a:rPr lang="en-US" sz="2400" dirty="0"/>
              <a:t>Helps organizers track the number of registrations </a:t>
            </a:r>
          </a:p>
          <a:p>
            <a:r>
              <a:rPr lang="en-US" sz="2400" dirty="0"/>
              <a:t>Simplifies the registration process compared to manual methods</a:t>
            </a:r>
          </a:p>
          <a:p>
            <a:endParaRPr lang="en-US" sz="2400" dirty="0"/>
          </a:p>
          <a:p>
            <a:r>
              <a:rPr lang="en-US" sz="2400" b="1" dirty="0"/>
              <a:t>Backend Processing Module</a:t>
            </a:r>
          </a:p>
          <a:p>
            <a:r>
              <a:rPr lang="en-US" sz="2400" dirty="0"/>
              <a:t>Handles all client requests using Spring Boot controllers </a:t>
            </a:r>
          </a:p>
          <a:p>
            <a:r>
              <a:rPr lang="en-US" sz="2400" dirty="0"/>
              <a:t>Processes business logic through service layer components </a:t>
            </a:r>
          </a:p>
          <a:p>
            <a:r>
              <a:rPr lang="en-US" sz="2400" dirty="0"/>
              <a:t>Validates input data before storing or processing </a:t>
            </a:r>
          </a:p>
          <a:p>
            <a:r>
              <a:rPr lang="en-US" sz="2400" dirty="0"/>
              <a:t>Ensures smooth communication between frontend and database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2F29684-559C-FB61-5985-8C43A33D9E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017236" y="1485853"/>
            <a:ext cx="13106400" cy="819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D6B7009-B55F-0B7D-AB49-DCD6E1D572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16626" y="1514475"/>
            <a:ext cx="13487400" cy="842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8DF17CB-1720-AE08-2995-888740B78E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95509" y="1265170"/>
            <a:ext cx="13639800" cy="852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xmlns="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xmlns="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xmlns="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xmlns="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xmlns="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xmlns="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xmlns="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xmlns="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xmlns="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xmlns="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xmlns="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xmlns="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xmlns="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xmlns="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xmlns="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xmlns="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xmlns="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xmlns="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xmlns="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xmlns="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xmlns="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xmlns="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xmlns="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xmlns="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5A43F7-4792-50D6-B9CB-E0E3CF23274A}"/>
              </a:ext>
            </a:extLst>
          </p:cNvPr>
          <p:cNvSpPr txBox="1"/>
          <p:nvPr/>
        </p:nvSpPr>
        <p:spPr>
          <a:xfrm>
            <a:off x="2726508" y="1684974"/>
            <a:ext cx="14044612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ADVANTAGES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Provides a </a:t>
            </a:r>
            <a:r>
              <a:rPr lang="en-US" sz="3600" b="1" dirty="0"/>
              <a:t>centralized platform</a:t>
            </a:r>
            <a:r>
              <a:rPr lang="en-US" sz="3600" dirty="0"/>
              <a:t> to manage all campus events in one place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Reduces dependency on manual methods like notice boards and messages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Ensures </a:t>
            </a:r>
            <a:r>
              <a:rPr lang="en-US" sz="3600" b="1" dirty="0"/>
              <a:t>real-time access</a:t>
            </a:r>
            <a:r>
              <a:rPr lang="en-US" sz="3600" dirty="0"/>
              <a:t> to event updates and information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Improves communication between students and event organizers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Simplifies event registration process through an online system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Enhances student participation by making events easily accessible </a:t>
            </a:r>
          </a:p>
          <a:p>
            <a:r>
              <a:rPr lang="en-US" sz="3600" b="1" dirty="0"/>
              <a:t>LIMITATIONS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Requires </a:t>
            </a:r>
            <a:r>
              <a:rPr lang="en-US" sz="3600" b="1" dirty="0"/>
              <a:t>stable internet connection</a:t>
            </a:r>
            <a:r>
              <a:rPr lang="en-US" sz="3600" dirty="0"/>
              <a:t> to access the system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Basic user interface may not be highly interactive or modern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Limited to web platform (no mobile application support)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Notification system (email/SMS) not fully implemented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1037</Words>
  <Application>Microsoft Office PowerPoint</Application>
  <PresentationFormat>Custom</PresentationFormat>
  <Paragraphs>251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</vt:lpstr>
      <vt:lpstr>Bookman Old Style</vt:lpstr>
      <vt:lpstr>Times New Roman</vt:lpstr>
      <vt:lpstr>Gotham</vt:lpstr>
      <vt:lpstr>Gotham Bold Italics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Gouse D</dc:creator>
  <cp:lastModifiedBy>dell</cp:lastModifiedBy>
  <cp:revision>18</cp:revision>
  <dcterms:created xsi:type="dcterms:W3CDTF">2006-08-16T00:00:00Z</dcterms:created>
  <dcterms:modified xsi:type="dcterms:W3CDTF">2026-04-22T04:10:34Z</dcterms:modified>
  <dc:identifier>DAHCaYqJ9OU</dc:identifier>
</cp:coreProperties>
</file>